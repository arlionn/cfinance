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28C2"/>
    <a:srgbClr val="FEC008"/>
    <a:srgbClr val="F5C008"/>
    <a:srgbClr val="0277BC"/>
    <a:srgbClr val="0177BC"/>
    <a:srgbClr val="7A5D00"/>
    <a:srgbClr val="F2D89B"/>
    <a:srgbClr val="F2F2F2"/>
    <a:srgbClr val="FFF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809" autoAdjust="0"/>
    <p:restoredTop sz="94660"/>
  </p:normalViewPr>
  <p:slideViewPr>
    <p:cSldViewPr snapToGrid="0">
      <p:cViewPr varScale="1">
        <p:scale>
          <a:sx n="70" d="100"/>
          <a:sy n="70" d="100"/>
        </p:scale>
        <p:origin x="7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73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85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20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426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96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1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67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192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99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68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37826-251B-4A88-B5F1-14358E59E079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93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79120" y="457201"/>
            <a:ext cx="3888105" cy="4933949"/>
          </a:xfrm>
          <a:prstGeom prst="rect">
            <a:avLst/>
          </a:prstGeom>
          <a:gradFill>
            <a:gsLst>
              <a:gs pos="21000">
                <a:schemeClr val="bg1"/>
              </a:gs>
              <a:gs pos="0">
                <a:schemeClr val="accent5">
                  <a:lumMod val="40000"/>
                  <a:lumOff val="60000"/>
                </a:schemeClr>
              </a:gs>
            </a:gsLst>
            <a:lin ang="5400000" scaled="1"/>
          </a:gradFill>
          <a:ln w="19050" cap="sq" cmpd="thickThin">
            <a:solidFill>
              <a:schemeClr val="accent5">
                <a:lumMod val="50000"/>
                <a:alpha val="49000"/>
              </a:schemeClr>
            </a:solidFill>
            <a:miter lim="800000"/>
          </a:ln>
          <a:effectLst>
            <a:outerShdw blurRad="50800" dist="38100" dir="4800000" sx="101000" sy="101000" algn="tl" rotWithShape="0">
              <a:schemeClr val="accent5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2935" y="2522479"/>
            <a:ext cx="3844290" cy="954107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algn="ctr"/>
            <a:r>
              <a:rPr lang="en-US" altLang="zh-CN" sz="2000" b="1" kern="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Corporate Finance</a:t>
            </a:r>
          </a:p>
          <a:p>
            <a:pPr algn="ctr"/>
            <a:endParaRPr lang="en-US" altLang="zh-CN" sz="2000" b="1" kern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kern="0" dirty="0" smtClean="0">
                <a:solidFill>
                  <a:srgbClr val="0070C0"/>
                </a:solidFill>
                <a:latin typeface="Segoe Print" panose="02000600000000000000" pitchFamily="2" charset="0"/>
                <a:ea typeface="微软雅黑" panose="020B0503020204020204" pitchFamily="34" charset="-122"/>
              </a:rPr>
              <a:t>Yujun Lian</a:t>
            </a:r>
            <a:endParaRPr lang="en-US" altLang="zh-CN" kern="0" dirty="0" smtClean="0">
              <a:solidFill>
                <a:srgbClr val="0070C0"/>
              </a:solidFill>
              <a:latin typeface="Segoe Print" panose="02000600000000000000" pitchFamily="2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9120" y="457201"/>
            <a:ext cx="3888105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75070" y="5021818"/>
            <a:ext cx="3892155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84311" y="5050821"/>
            <a:ext cx="13080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www.lianxh.cn</a:t>
            </a:r>
            <a:endParaRPr lang="zh-CN" altLang="en-US" sz="1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019" y="537097"/>
            <a:ext cx="4054191" cy="51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3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04900" y="750627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Logo-</a:t>
            </a:r>
            <a:r>
              <a:rPr lang="zh-CN" altLang="en-US" dirty="0" smtClean="0"/>
              <a:t>矩形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1695450" y="4800600"/>
            <a:ext cx="114300" cy="1143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1104900" y="1726296"/>
            <a:ext cx="1080000" cy="1080000"/>
          </a:xfrm>
          <a:prstGeom prst="rect">
            <a:avLst/>
          </a:prstGeom>
          <a:solidFill>
            <a:srgbClr val="B02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6000" b="1" spc="-3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CF</a:t>
            </a:r>
            <a:endParaRPr lang="zh-CN" altLang="en-US" sz="6000" b="1" spc="-3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603" y="2627306"/>
            <a:ext cx="1944793" cy="160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4109</TotalTime>
  <Words>8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等线 Light</vt:lpstr>
      <vt:lpstr>微软雅黑</vt:lpstr>
      <vt:lpstr>微软雅黑 Light</vt:lpstr>
      <vt:lpstr>Arial</vt:lpstr>
      <vt:lpstr>Arial Black</vt:lpstr>
      <vt:lpstr>Segoe Print</vt:lpstr>
      <vt:lpstr>Office 主题​​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YJ Lian</dc:creator>
  <cp:lastModifiedBy>YJ Lian</cp:lastModifiedBy>
  <cp:revision>185</cp:revision>
  <dcterms:created xsi:type="dcterms:W3CDTF">2025-01-27T15:53:19Z</dcterms:created>
  <dcterms:modified xsi:type="dcterms:W3CDTF">2025-11-06T00:32:45Z</dcterms:modified>
</cp:coreProperties>
</file>